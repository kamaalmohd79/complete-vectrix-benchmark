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A0B4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Vectrix Labs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12 Review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3 – Feb 14, 2026  |  Facilitator: Marcus Webb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0" y="3200400"/>
            <a:ext cx="27432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07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Notes: Dana Reeves  |  February 17,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12 — Metrics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1508760" cy="1188720"/>
          </a:xfrm>
          <a:prstGeom prst="rect">
            <a:avLst/>
          </a:prstGeom>
          <a:solidFill>
            <a:srgbClr val="E8F0FE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3444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Committed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148840" y="1188720"/>
            <a:ext cx="1508760" cy="1188720"/>
          </a:xfrm>
          <a:prstGeom prst="rect">
            <a:avLst/>
          </a:prstGeom>
          <a:solidFill>
            <a:srgbClr val="E8F0FE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48840" y="123444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2148840" y="187452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Completed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40480" y="1188720"/>
            <a:ext cx="1508760" cy="1188720"/>
          </a:xfrm>
          <a:prstGeom prst="rect">
            <a:avLst/>
          </a:prstGeom>
          <a:solidFill>
            <a:srgbClr val="E8F7E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0" y="123444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840480" y="187452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Closed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532120" y="1188720"/>
            <a:ext cx="1508760" cy="1188720"/>
          </a:xfrm>
          <a:prstGeom prst="rect">
            <a:avLst/>
          </a:prstGeom>
          <a:solidFill>
            <a:srgbClr val="FFF0E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32120" y="123444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C4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5532120" y="187452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Carried Over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223760" y="1188720"/>
            <a:ext cx="1508760" cy="1188720"/>
          </a:xfrm>
          <a:prstGeom prst="rect">
            <a:avLst/>
          </a:prstGeom>
          <a:solidFill>
            <a:srgbClr val="E8F7EF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123444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7223760" y="187452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note: Dashboard v2 frontend is the bottleneck. 6 carried-over tickets — all frontend. Sofia flagged late design handoffs from Raj's PTO week as a contributing factor.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v2 — Status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Completion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8229600" cy="32004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699516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321040" y="1481328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solidFill>
            <a:srgbClr val="F7F9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01168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dashboard redesign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675120" y="20116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Complete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56032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detail view (latency chart, P95/P99)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75120" y="25603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Complete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solidFill>
            <a:srgbClr val="F7F9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10896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configuration panel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75120" y="3108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E6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Complete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65760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views (VEC-88)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75120" y="36576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C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~80% — in progress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solidFill>
            <a:srgbClr val="F7F9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206240"/>
            <a:ext cx="5943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mode (VEC-82)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675120" y="4206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Deferred to v2.1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4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launch target: March 7, 2026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12 — Key Decisions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solidFill>
            <a:srgbClr val="0D2B5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170432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Mode (VEC-82) — Deferred to v2.1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675120" y="1188720"/>
            <a:ext cx="1645920" cy="274320"/>
          </a:xfrm>
          <a:prstGeom prst="rect">
            <a:avLst/>
          </a:prstGeom>
          <a:solidFill>
            <a:srgbClr val="CC6600"/>
          </a:solidFill>
          <a:ln w="12700">
            <a:solidFill>
              <a:srgbClr val="CC66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0" y="1188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5544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Marcus Webb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828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multi-range aggregation requires 2-3 sprint points. Will not hold v2 launch. Marcus to provide backend spec by Sprint 13 planning. Dana on record: 3 customers have explicitly requested this.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331720"/>
            <a:ext cx="8229600" cy="1097280"/>
          </a:xfrm>
          <a:prstGeom prst="rect">
            <a:avLst/>
          </a:prstGeom>
          <a:solidFill>
            <a:srgbClr val="0D2B5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404872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Clerk Auth Migration — COMPLETE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75120" y="2423160"/>
            <a:ext cx="1645920" cy="274320"/>
          </a:xfrm>
          <a:prstGeom prst="rect">
            <a:avLst/>
          </a:prstGeom>
          <a:solidFill>
            <a:srgbClr val="1E6B2E"/>
          </a:solidFill>
          <a:ln w="12700">
            <a:solidFill>
              <a:srgbClr val="1E6B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2423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7889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Liam Nakamura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063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6 customers migrated as of Feb 12. Firebase fallback removed. VEC-52 and VEC-53 closed.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566160"/>
            <a:ext cx="8229600" cy="1097280"/>
          </a:xfrm>
          <a:prstGeom prst="rect">
            <a:avLst/>
          </a:prstGeom>
          <a:solidFill>
            <a:srgbClr val="0D2B5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639312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Anya Chen Offer — $158K base, 0.20% equity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675120" y="3657600"/>
            <a:ext cx="164592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36576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40233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Owner: Priya Chandran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4297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B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by Priya via DM. Final panel Feb 27. Offer to be extended within 48 hours of panel.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457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265176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0" y="1051560"/>
            <a:ext cx="265176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0" y="1051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0" y="1051560"/>
            <a:ext cx="265176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0" y="1051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463040"/>
            <a:ext cx="2651760" cy="438912"/>
          </a:xfrm>
          <a:prstGeom prst="rect">
            <a:avLst/>
          </a:prstGeom>
          <a:solidFill>
            <a:srgbClr val="F0F9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46304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Sofia Gutierrez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1463040"/>
            <a:ext cx="2651760" cy="438912"/>
          </a:xfrm>
          <a:prstGeom prst="rect">
            <a:avLst/>
          </a:prstGeom>
          <a:solidFill>
            <a:srgbClr val="F0F9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146304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saved views panel (VEC-88)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463040"/>
            <a:ext cx="2651760" cy="438912"/>
          </a:xfrm>
          <a:prstGeom prst="rect">
            <a:avLst/>
          </a:prstGeom>
          <a:solidFill>
            <a:srgbClr val="F0F9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46304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C4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28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1938528"/>
            <a:ext cx="26517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193852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Sofia + Raj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91840" y="1938528"/>
            <a:ext cx="26517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193852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v2 QA pass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1938528"/>
            <a:ext cx="26517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193852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414016"/>
            <a:ext cx="2651760" cy="438912"/>
          </a:xfrm>
          <a:prstGeom prst="rect">
            <a:avLst/>
          </a:prstGeom>
          <a:solidFill>
            <a:srgbClr val="F0F9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414016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Liam Nakamura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91840" y="2414016"/>
            <a:ext cx="2651760" cy="438912"/>
          </a:xfrm>
          <a:prstGeom prst="rect">
            <a:avLst/>
          </a:prstGeom>
          <a:solidFill>
            <a:srgbClr val="F0F9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2414016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VEC-47 per-org retention backend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0" y="2414016"/>
            <a:ext cx="2651760" cy="438912"/>
          </a:xfrm>
          <a:prstGeom prst="rect">
            <a:avLst/>
          </a:prstGeom>
          <a:solidFill>
            <a:srgbClr val="F0F9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2414016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1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2889504"/>
            <a:ext cx="26517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2889504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Marcus Webb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91840" y="2889504"/>
            <a:ext cx="26517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3280" y="2889504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scope for VEC-82 (comparison mode)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26480" y="2889504"/>
            <a:ext cx="26517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2889504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13 planning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3364992"/>
            <a:ext cx="2651760" cy="438912"/>
          </a:xfrm>
          <a:prstGeom prst="rect">
            <a:avLst/>
          </a:prstGeom>
          <a:solidFill>
            <a:srgbClr val="F0F9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8640" y="336499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Marcus, Dana, Priya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91840" y="3364992"/>
            <a:ext cx="2651760" cy="438912"/>
          </a:xfrm>
          <a:prstGeom prst="rect">
            <a:avLst/>
          </a:prstGeom>
          <a:solidFill>
            <a:srgbClr val="F0F9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83280" y="336499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Anya Chen final panel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126480" y="3364992"/>
            <a:ext cx="2651760" cy="438912"/>
          </a:xfrm>
          <a:prstGeom prst="rect">
            <a:avLst/>
          </a:prstGeom>
          <a:solidFill>
            <a:srgbClr val="F0F9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0" y="3364992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27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3840480"/>
            <a:ext cx="26517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384048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+ Nina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91840" y="3840480"/>
            <a:ext cx="26517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83280" y="384048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 SOW redlines to Orion Legal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126480" y="3840480"/>
            <a:ext cx="26517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7920" y="3840480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24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57200" y="4315968"/>
            <a:ext cx="2651760" cy="438912"/>
          </a:xfrm>
          <a:prstGeom prst="rect">
            <a:avLst/>
          </a:prstGeom>
          <a:solidFill>
            <a:srgbClr val="F0F9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" y="431596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Jordan Okafor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291840" y="4315968"/>
            <a:ext cx="2651760" cy="438912"/>
          </a:xfrm>
          <a:prstGeom prst="rect">
            <a:avLst/>
          </a:prstGeom>
          <a:solidFill>
            <a:srgbClr val="F0F9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383280" y="431596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ClickHouse maintenance window alerts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126480" y="4315968"/>
            <a:ext cx="2651760" cy="438912"/>
          </a:xfrm>
          <a:prstGeom prst="rect">
            <a:avLst/>
          </a:prstGeom>
          <a:solidFill>
            <a:srgbClr val="F0F9FF"/>
          </a:solidFill>
          <a:ln w="12700">
            <a:solidFill>
              <a:srgbClr val="E0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217920" y="4315968"/>
            <a:ext cx="2468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Sprint 12 Review — Vectrix Labs</dc:title>
  <dc:subject>PptxGenJS Presentation</dc:subject>
  <dc:creator>Dana Reeves</dc:creator>
  <cp:lastModifiedBy>Dana Reeves</cp:lastModifiedBy>
  <cp:revision>1</cp:revision>
  <dcterms:created xsi:type="dcterms:W3CDTF">2026-03-06T19:16:46Z</dcterms:created>
  <dcterms:modified xsi:type="dcterms:W3CDTF">2026-03-06T19:16:46Z</dcterms:modified>
</cp:coreProperties>
</file>