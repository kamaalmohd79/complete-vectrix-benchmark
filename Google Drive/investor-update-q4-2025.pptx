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Sep-25</c:v>
                  </c:pt>
                  <c:pt idx="1">
                    <c:v>Oct-25</c:v>
                  </c:pt>
                  <c:pt idx="2">
                    <c:v>Nov-25</c:v>
                  </c:pt>
                  <c:pt idx="3">
                    <c:v>Dec-25</c:v>
                  </c:pt>
                  <c:pt idx="4">
                    <c:v>Jan-26</c:v>
                  </c:pt>
                  <c:pt idx="5">
                    <c:v>Feb-26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2400</c:v>
                </c:pt>
                <c:pt idx="2">
                  <c:v>4400</c:v>
                </c:pt>
                <c:pt idx="3">
                  <c:v>8200</c:v>
                </c:pt>
                <c:pt idx="4">
                  <c:v>15400</c:v>
                </c:pt>
                <c:pt idx="5">
                  <c:v>18200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VECTRIX LABS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Update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 |  December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Headlines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$15,400 MRR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813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$1,200 in September. 12x growth in 4 months.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4708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Paying Customers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churn. Brainloop, Cascade, and 12 Growth tier customers.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88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59689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Systems Signed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298094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$2,400/mo Enterprise. First enterprise logo. Maria Chen (VP Eng).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381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In Negotiation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373075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$2,800/mo Enterprise in legal review. Close target: Mar 15, 2026.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87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09651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Migration Complete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4805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10-20x write throughput improvement. Storage costs controlled.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097280"/>
            <a:ext cx="2286000" cy="822960"/>
          </a:xfrm>
          <a:prstGeom prst="rect">
            <a:avLst/>
          </a:prstGeom>
          <a:solidFill>
            <a:srgbClr val="E8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0" y="1143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$18.2K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MRR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2057400"/>
            <a:ext cx="2286000" cy="822960"/>
          </a:xfrm>
          <a:prstGeom prst="rect">
            <a:avLst/>
          </a:prstGeom>
          <a:solidFill>
            <a:srgbClr val="E8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008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017520"/>
            <a:ext cx="2286000" cy="822960"/>
          </a:xfrm>
          <a:prstGeom prst="rect">
            <a:avLst/>
          </a:prstGeom>
          <a:solidFill>
            <a:srgbClr val="E8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40080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3977640"/>
            <a:ext cx="2286000" cy="822960"/>
          </a:xfrm>
          <a:prstGeom prst="rect">
            <a:avLst/>
          </a:prstGeom>
          <a:solidFill>
            <a:srgbClr val="E8F7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~18mo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4008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Meridian Opportunity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solidFill>
            <a:srgbClr val="1E6B2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$2,800/mo Enterprise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initial term. $33,600 ACV. Closes if we meet 4 requirements.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solidFill>
            <a:srgbClr val="1E6B2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38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(SAML)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128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migration in progress — VEC-52. 80% complete.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411480" cy="411480"/>
          </a:xfrm>
          <a:prstGeom prst="rect">
            <a:avLst/>
          </a:prstGeom>
          <a:solidFill>
            <a:srgbClr val="CC66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~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complete. Type II audit scheduled Q2 2026 via Vanta.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solidFill>
            <a:srgbClr val="1E6B2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Data Residency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6732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us-east-1 + us-west-2 only. Already compliant.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70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Raw Retention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5445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Per-org retention config (VEC-47) in development. Target: Mar 1.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7772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660654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463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Contract Signed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847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1847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7772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31136"/>
            <a:ext cx="466344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2128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968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 Migration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25968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5968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7772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80944"/>
            <a:ext cx="7772400" cy="201168"/>
          </a:xfrm>
          <a:prstGeom prst="rect">
            <a:avLst/>
          </a:prstGeom>
          <a:solidFill>
            <a:srgbClr val="1E6B2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9626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467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VEC-47 Per-Org Retention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346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3467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7772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30752"/>
            <a:ext cx="31089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7124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96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Frontend Hire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40965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40965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Feb 28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77724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480560"/>
            <a:ext cx="69951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462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44752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healthcare SaaS engineering leaders (Series B+) — Meridian is our template deal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security-focused engineering buyers — SOC 2 Type I + Clerk SSO is our new enterprise story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82112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connection to SOC 2 auditors with startup pricing — our Vanta quote was high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457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the Meridian SOW terms if anyone has enterprise SaaS legal experience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priya@vectrix.io  |  vectrix.io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Vectrix Labs — Investor Update Q4 2025</dc:title>
  <dc:subject>PptxGenJS Presentation</dc:subject>
  <dc:creator>Priya Chandran</dc:creator>
  <cp:lastModifiedBy>Priya Chandran</cp:lastModifiedBy>
  <cp:revision>1</cp:revision>
  <dcterms:created xsi:type="dcterms:W3CDTF">2026-03-06T19:14:28Z</dcterms:created>
  <dcterms:modified xsi:type="dcterms:W3CDTF">2026-03-06T19:14:28Z</dcterms:modified>
</cp:coreProperties>
</file>