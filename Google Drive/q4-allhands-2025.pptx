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($)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Sep-25</c:v>
                  </c:pt>
                  <c:pt idx="1">
                    <c:v>Oct-25</c:v>
                  </c:pt>
                  <c:pt idx="2">
                    <c:v>Nov-25</c:v>
                  </c:pt>
                  <c:pt idx="3">
                    <c:v>Dec-25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1200</c:v>
                </c:pt>
                <c:pt idx="1">
                  <c:v>2400</c:v>
                </c:pt>
                <c:pt idx="2">
                  <c:v>4400</c:v>
                </c:pt>
                <c:pt idx="3">
                  <c:v>8200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20100000"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0000">
                    <a:alpha val="28000"/>
                  </a:srgbClr>
                </a:solidFill>
              </a:rPr>
              <a:t>DRAFT — DO NOT DISTRIBUTE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Vectrix Labs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 All-Hands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18, 2025  |  Priya Chandran, CEO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20100000"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0000">
                    <a:alpha val="28000"/>
                  </a:srgbClr>
                </a:solidFill>
              </a:rPr>
              <a:t>DRAFT — DO NOT DISTRIBUTE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45720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Company Metrics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0" y="11430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45720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0136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755648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Highlights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175564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68296"/>
            <a:ext cx="45720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1401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368296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236829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980944"/>
            <a:ext cx="45720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2666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2980944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 — Q1 Preview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75120" y="298094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593592"/>
            <a:ext cx="45720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3931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3593592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Hiring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75120" y="359359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45720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519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4206240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75120" y="420624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20100000"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0000">
                    <a:alpha val="28000"/>
                  </a:srgbClr>
                </a:solidFill>
              </a:rPr>
              <a:t>DRAFT — DO NOT DISTRIBUTE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 — Company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2011680" cy="1463040"/>
          </a:xfrm>
          <a:prstGeom prst="rect">
            <a:avLst/>
          </a:prstGeom>
          <a:solidFill>
            <a:srgbClr val="0D3D6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$15,400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1188720"/>
            <a:ext cx="2011680" cy="1463040"/>
          </a:xfrm>
          <a:prstGeom prst="rect">
            <a:avLst/>
          </a:prstGeom>
          <a:solidFill>
            <a:srgbClr val="0D3D6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325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83464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Customers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0" y="1188720"/>
            <a:ext cx="2011680" cy="1463040"/>
          </a:xfrm>
          <a:prstGeom prst="rect">
            <a:avLst/>
          </a:prstGeom>
          <a:solidFill>
            <a:srgbClr val="0D3D6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325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12064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Q4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2011680" cy="1463040"/>
          </a:xfrm>
          <a:prstGeom prst="rect">
            <a:avLst/>
          </a:prstGeom>
          <a:solidFill>
            <a:srgbClr val="0D3D6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718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 Migration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34640" y="2834640"/>
            <a:ext cx="2011680" cy="1463040"/>
          </a:xfrm>
          <a:prstGeom prst="rect">
            <a:avLst/>
          </a:prstGeom>
          <a:solidFill>
            <a:srgbClr val="0D3D6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29718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83464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Status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0640" y="2834640"/>
            <a:ext cx="2011680" cy="1463040"/>
          </a:xfrm>
          <a:prstGeom prst="rect">
            <a:avLst/>
          </a:prstGeom>
          <a:solidFill>
            <a:srgbClr val="0D3D6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29718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$2.4M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12064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Seed Raised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20100000"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0000">
                    <a:alpha val="28000"/>
                  </a:srgbClr>
                </a:solidFill>
              </a:rPr>
              <a:t>DRAFT — DO NOT DISTRIBUTE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Growth — Sep to Dec 2025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20100000"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0000">
                    <a:alpha val="28000"/>
                  </a:srgbClr>
                </a:solidFill>
              </a:rPr>
              <a:t>DRAFT — DO NOT DISTRIBUTE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Highlights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51560"/>
            <a:ext cx="8001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 Migration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399032"/>
            <a:ext cx="8001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from TimescaleDB to ClickHouse Cloud. 10.4M rows, zero data loss. 10-20x write throughput improvement. Completed Dec 10, on schedule.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73152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11680"/>
            <a:ext cx="8001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v2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359152"/>
            <a:ext cx="8001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baseline calculation with minimum sample size guard. Fixed false positives for low-traffic endpoints. Shipped Nov.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73152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971800"/>
            <a:ext cx="8001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Migration Started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319272"/>
            <a:ext cx="8001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to Clerk decision made Dec 12. Migration started Jan 13. Frontend and backend changes underway — VEC-52, VEC-53.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73152" cy="777240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931920"/>
            <a:ext cx="8001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Cost Control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279392"/>
            <a:ext cx="8001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retention policy updated to 90-day raw + 2-year aggregates. Projected 40% storage cost reduction vs prior policy.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20100000"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0000">
                    <a:alpha val="28000"/>
                  </a:srgbClr>
                </a:solidFill>
              </a:rPr>
              <a:t>DRAFT — DO NOT DISTRIBUTE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F7FBF7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Brainloop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175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$1,200/mo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188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10, 2025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customer. Kevin Park (Head of Eng). Active and engaged.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1051560"/>
          </a:xfrm>
          <a:prstGeom prst="rect">
            <a:avLst/>
          </a:prstGeom>
          <a:solidFill>
            <a:srgbClr val="F0F9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Systems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7520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$2,400/mo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423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8,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834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Tessa closed. Maria Chen (VP Eng). First enterprise logo. 3 onboarding calls.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1051560"/>
          </a:xfrm>
          <a:prstGeom prst="rect">
            <a:avLst/>
          </a:prstGeom>
          <a:solidFill>
            <a:srgbClr val="F7FBF7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Health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1752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$2,800/mo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657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069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legal review. SOC 2 Type II and SSO required. Target: Mar 15.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20100000"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0000">
                    <a:alpha val="28000"/>
                  </a:srgbClr>
                </a:solidFill>
              </a:rPr>
              <a:t>DRAFT — DO NOT DISTRIBUTE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Targets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61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05156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$22K MRR by March 31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43560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Meridian close + continued growth tier momentum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38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82880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v2 Launch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21284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March 7, 2026. Raj + Sofia leading. 12 screens approved.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15768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15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60604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Signed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299008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March 15. Legal review ongoing. Clerk SSO + VEC-47 required.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93008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38328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Frontend Engineer Offer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376732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Anya Chen in final round Feb 27. Offer: $158K base, 0.20% equity.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70248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2702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16052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 Audit Scheduled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454456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 audit target: Q2 2026. Priya committed to Meridian.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20100000"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0000">
                    <a:alpha val="28000"/>
                  </a:srgbClr>
                </a:solidFill>
              </a:rPr>
              <a:t>DRAFT — DO NOT DISTRIBUTE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v2 — Preview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solidFill>
            <a:srgbClr val="F0F2F5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22860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[Raj to add dashboard screenshots]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Figma: https://www.figma.com/file/abc123/Dashboard-v2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20100000"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0000">
                    <a:alpha val="28000"/>
                  </a:srgbClr>
                </a:solidFill>
              </a:rPr>
              <a:t>DRAFT — DO NOT DISTRIBUTE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200400" y="246888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was our best quarter. Q1 will be better.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Drop them in #general or bring them to the Q&amp;A.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Vectrix Q4 2025 All-Hands</dc:title>
  <dc:subject>PptxGenJS Presentation</dc:subject>
  <dc:creator>Priya Chandran</dc:creator>
  <cp:lastModifiedBy>Priya Chandran</cp:lastModifiedBy>
  <cp:revision>1</cp:revision>
  <dcterms:created xsi:type="dcterms:W3CDTF">2026-03-06T19:13:32Z</dcterms:created>
  <dcterms:modified xsi:type="dcterms:W3CDTF">2026-03-06T19:13:32Z</dcterms:modified>
</cp:coreProperties>
</file>